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 ·  QUALITY ASSURANCE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계획서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단위 테스트 + Playwright E2E 테스트 — 진행 방식 및 결과 관리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기반  ·  2026-07-28  ·  ScoreCaddie PM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6479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64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17320" y="16733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207568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Vitest와 Playwright의 역할 분담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6090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60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5694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진행 방식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971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대상 · 위치 · 실행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5570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4655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진행 방식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38679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대상 · 환경 요구사항 · 로그인 우회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45312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453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3616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4764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가능한 것과 Supabase 이후 가능한 것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56601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문서로 결과를 계속 추적하는 방법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성격이 다른 두 계층을 각각 다른 도구로 검증합니다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05740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 안의 순수 함수 · 계산 로직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05740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입력→출력 규칙이 코드 변경에도 깨지지 않는지 확인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5740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· 브라우저 불필요, 지금 바로 착수 가능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05740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수백 개 테스트도 수 초 내 완료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96596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31520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31520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테스트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81812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화면 흐름(로그인 → 등록 → 저장)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2940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81812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겪는 전체 경로가 실제로 동작하는지 확인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62940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81812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 + DB(Supabase) 필요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81812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느리지만 화면 간 연동까지 검증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01 테스트 전략 개요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규칙 그대로 적용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93392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933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182880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대상 파일 옆에 co-locate (예: lib/utils/geo.ts → lib/utils/geo.test.ts)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301752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175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우선순위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2852928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prisma·외부 API에 의존하지 않는 순수 함수부터 착수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041648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04164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3877056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package.json에 "test": "vitest run" 스크립트 추가, npm run test로 실행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5065776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06577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착수 가능 여부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0" y="4901184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연결 불필요 — 이 항목은 Supabase를 기다릴 필요 없이 바로 시작 가능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우선 대상 함수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lib/ 함수 기준 — 위쪽일수록 먼저 착수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206240"/>
        </p:xfrm>
        <a:graphic>
          <a:graphicData uri="http://schemas.openxmlformats.org/drawingml/2006/table">
            <a:tbl>
              <a:tblPr/>
              <a:tblGrid>
                <a:gridCol w="5120640"/>
                <a:gridCol w="3291840"/>
                <a:gridCol w="2651760"/>
              </a:tblGrid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대상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함수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의존성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lib/services/csv.ts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parseCsv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 (최우선)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lib/utils/geo.ts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lib/weather/kma.ts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lib/utils/round-format.ts / course-format.ts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포맷 함수 전체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lib/services/round-duplicate.ts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lib/services/golf-course-upload.ts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lib/geocoding/kakao.ts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geocodeAddress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lib/services/golf-course-sync.ts / golf-course-geocode.ts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runGolfCourseSync / runGeocodingBatch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prisma+fetch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"의존성 없음" 항목은 순수 함수라 곧바로 테스트 작성이 가능합니다. mock이 필요한 항목은 Vitest의 vi.mock으로 prisma/fetch를 대체합니다.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브라우저로 화면 흐름을 끝까지 검증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20240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08960" y="182880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e2e/ 폴더에 시나리오별 *.spec.ts 로 모음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944368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9443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 요구사항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08960" y="2852928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DB 연결 필요 — Vitest와 달리 지금은 착수 불가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968496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6849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우회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08960" y="3877056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Google/Kakao 실제 OAuth 화면은 자동화 어려움 → 테스트 전용 로그인 경로 또는 세션 쿠키 주입 방식 검토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992624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99262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격리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108960" y="4901184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DB 오염 방지를 위해 테스트 전용 Supabase 프로젝트/스키마 분리 권장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우선 시나리오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사용자 플로우 기준 — 화면 번호는 기획 문서 기준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전용 로그인 경로 필요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목록 조회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검색/필터 동작 확인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등록 2-Step (7-1→7-2)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핵심 사용자 플로우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상세 · 삭제 (9번)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 소유 검증 포함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17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루프·Par 관리 (12번)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전반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32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CSV 업로드 (13번)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부분 성공 처리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417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공공데이터 동기화 (11번)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417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API 응답은 별도 목 서버 권장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63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6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1" name="Text 39"/>
          <p:cNvSpPr/>
          <p:nvPr/>
        </p:nvSpPr>
        <p:spPr>
          <a:xfrm>
            <a:off x="6446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32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지오코딩 실행 (11번)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132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카카오 API도 목 처리 권장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114800" cy="4114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Vitest는 지금, Playwright는 Supabase 연결 이후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828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셋업 + 우선 함수 테스트 작성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바로 착수 가능 (DB 불필요)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08760" y="29260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 DB 연결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337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검토 문서에서 결정한 인프라 준비 단계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69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08760" y="40233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셋업 + 테스트 전용 로그인 경로 마련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08760" y="44348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우회 방식 확정 필요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166360"/>
            <a:ext cx="594360" cy="594360"/>
          </a:xfrm>
          <a:prstGeom prst="ellipse">
            <a:avLst/>
          </a:prstGeom>
          <a:solidFill>
            <a:srgbClr val="0B5C6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66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08760" y="51206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사용자 플로우 e2e 작성 · 실행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5532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등록 2-Step부터 우선 작성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04 진행 로드맵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문서를 계속 갱신하며 진행 상황을 추적합니다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2F7F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01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사용 방법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슬라이드의 표는 테스트가 실제로 작성·실행될 때마다 상태(예정 → 통과/실패)와 최근 실행일을 갱신합니다. 이 PPT를 만든 생성 스크립트(doc/scripts/generate_test_plan.js)를 보관해두었으니, 다음 세션에서 결과만 바꿔 다시 생성하면 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5C727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4028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5C63"/>
          </a:solidFill>
          <a:ln/>
        </p:spPr>
      </p:sp>
      <p:sp>
        <p:nvSpPr>
          <p:cNvPr id="10" name="Text 8"/>
          <p:cNvSpPr/>
          <p:nvPr/>
        </p:nvSpPr>
        <p:spPr>
          <a:xfrm>
            <a:off x="224028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작성완료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3192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8457"/>
          </a:solidFill>
          <a:ln/>
        </p:spPr>
      </p:sp>
      <p:sp>
        <p:nvSpPr>
          <p:cNvPr id="12" name="Text 10"/>
          <p:cNvSpPr/>
          <p:nvPr/>
        </p:nvSpPr>
        <p:spPr>
          <a:xfrm>
            <a:off x="393192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2356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2356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표기 기준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Vitest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실행 결과를 여기에 누적 기록합니다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대상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lib/services/csv.test.ts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parseCsv / findColumnIndex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케이스(따옴표·콤마·BOM 등)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lib/utils/geo.test.ts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케이스(범위 이상치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lib/weather/kma.test.ts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케이스(경계값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lib/utils/round-format.test.ts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날짜·시간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lib/utils/course-format.test.ts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골프장 주소·구분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6개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lib/services/round-duplicate.test.ts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2개 케이스(vi.mock으로 prisma 직접 대체)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lib/services/golf-course-upload.test.ts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6개 케이스(vitest-mock-extended mockDeep 사용)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Playwright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시나리오 실행 결과를 여기에 누적 기록합니다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시나리오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로그인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e2e/login.spec.ts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테스트 전용 로그인 경로 필요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등록 2-Step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e2e/round-create.spec.ts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Supabase 연결 후 착수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상세·삭제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e2e/round-delete.spec.ts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 CSV 업로드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e2e/admin-upload.spec.ts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 공공데이터 동기화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e2e/admin-sync.spec.ts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외부 API 목 서버 권장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2026-07-28T06:07:29Z</dcterms:created>
  <dcterms:modified xsi:type="dcterms:W3CDTF">2026-07-28T06:07:29Z</dcterms:modified>
</cp:coreProperties>
</file>