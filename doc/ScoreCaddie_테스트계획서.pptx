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9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5029200" cy="50292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02C39A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 ·  QUALITY ASSURANCE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계획서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8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단위 테스트 + Playwright E2E 테스트 — 진행 방식 및 결과 관리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coding-guidelines.md §5 기반  ·  2026-07-28  ·  ScoreCaddie PM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6479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764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417320" y="16733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전략 개요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207568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Vitest와 Playwright의 역할 분담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66090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609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25694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진행 방식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17320" y="2971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 대상 · 위치 · 실행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557016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557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346557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진행 방식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38679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대상 · 환경 요구사항 · 로그인 우회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453128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453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43616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진행 로드맵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476402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가능한 것과 Supabase 이후 가능한 것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34924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17320" y="52578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관리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17320" y="56601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문서로 결과를 계속 추적하는 방법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전략 개요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성격이 다른 두 계층을 각각 다른 도구로 검증합니다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2F7F7"/>
          </a:solidFill>
          <a:ln/>
          <a:effectLst>
            <a:outerShdw sx="100000" sy="100000" kx="0" ky="0" algn="bl" rotWithShape="0" blurRad="101600" dist="38100" dir="5400000">
              <a:srgbClr val="1B2B2D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6596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9476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28803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057400" y="2880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lib/ 안의 순수 함수 · 계산 로직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6393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057400" y="36393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입력→출력 규칙이 코드 변경에도 깨지지 않는지 확인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4398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057400" y="43982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· 브라우저 불필요, 지금 바로 착수 가능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515721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057400" y="51572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수백 개 테스트도 수 초 내 완료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16916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2F7F7"/>
          </a:solidFill>
          <a:ln/>
          <a:effectLst>
            <a:outerShdw sx="100000" sy="100000" kx="0" ky="0" algn="bl" rotWithShape="0" blurRad="101600" dist="38100" dir="5400000">
              <a:srgbClr val="1B2B2D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96596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315200" y="19476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315200" y="2331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테스트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28803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818120" y="2880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화면 흐름(로그인 → 등록 → 저장)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29400" y="36393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818120" y="363931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겪는 전체 경로가 실제로 동작하는지 확인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629400" y="4398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818120" y="43982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브라우저 + DB(Supabase) 필요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29400" y="515721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818120" y="51572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느리지만 화면 간 연동까지 검증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01 테스트 전략 개요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— 진행 방식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coding-guidelines.md §5 규칙 그대로 적용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93392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9339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0" y="182880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대상 파일 옆에 co-locate (예: lib/utils/geo.ts → lib/utils/geo.test.ts)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3017520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1752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우선순위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0" y="2852928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prisma·외부 API에 의존하지 않는 순수 함수부터 착수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77056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4041648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04164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0" y="3877056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package.json에 "test": "vitest run" 스크립트 추가, npm run test로 실행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901184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5065776"/>
            <a:ext cx="1737360" cy="53035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06577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착수 가능 여부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43200" y="4901184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연결 불필요 — 이 항목은 Supabase를 기다릴 필요 없이 바로 시작 가능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02 Vitest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— 우선 대상 함수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lib/ 함수 기준 — 위쪽일수록 먼저 착수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206240"/>
        </p:xfrm>
        <a:graphic>
          <a:graphicData uri="http://schemas.openxmlformats.org/drawingml/2006/table">
            <a:tbl>
              <a:tblPr/>
              <a:tblGrid>
                <a:gridCol w="5120640"/>
                <a:gridCol w="3291840"/>
                <a:gridCol w="2651760"/>
              </a:tblGrid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대상 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함수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의존성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lib/services/csv.ts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parseCsv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 (최우선)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lib/utils/geo.ts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convertTmToWgs84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lib/weather/kma.ts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isWithinForecastRange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lib/utils/round-format.ts / course-format.ts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포맷 함수 전체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없음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lib/services/round-duplicate.ts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findDuplicateRound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lib/services/golf-course-upload.ts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processGolfCourseCsvRows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lib/geocoding/kakao.ts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geocodeAddress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fetch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lib/services/golf-course-sync.ts / golf-course-geocode.ts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runGolfCourseSync / runGeocodingBatch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7282A"/>
                          </a:solidFill>
                        </a:rPr>
                        <a:t>prisma+fetch mock 필요</a:t>
                      </a:r>
                      <a:endParaRPr lang="en-US" sz="115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"의존성 없음" 항목은 순수 함수라 곧바로 테스트 작성이 가능합니다. mock이 필요한 항목은 Vitest의 vi.mock으로 prisma/fetch를 대체합니다.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02 Vitest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— 진행 방식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브라우저로 화면 흐름을 끝까지 검증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20240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08960" y="1828800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e2e/ 폴더에 시나리오별 *.spec.ts 로 모음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944368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94436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환경 요구사항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108960" y="2852928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DB 연결 완료(2026-07-28) — 이제 착수 가능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877056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968496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968496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우회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108960" y="3877056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Google/Kakao 실제 OAuth 화면은 자동화 어려움 → 테스트 전용 로그인 경로 또는 세션 쿠키 주입 방식 검토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901184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992624"/>
            <a:ext cx="2103120" cy="6858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992624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73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격리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108960" y="4901184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DB 오염 방지를 위해 테스트 전용 Supabase 프로젝트/스키마 분리 권장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03 Playwright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— 우선 시나리오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사용자 플로우 기준 — 화면 번호는 기획 문서 기준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956816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56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85623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전용 로그인 경로 필요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1956816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956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32320" y="185623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목록 조회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0" y="22402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검색/필터 동작 확인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2990088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990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28895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등록 2-Step (7-1→7-2)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27355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핵심 사용자 플로우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816352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2990088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29900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32320" y="28895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상세 · 삭제 (9번)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32320" y="327355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본인 소유 검증 포함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849624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731520" y="4023360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023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17320" y="39227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루프·Par 관리 (12번)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30682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전반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3849624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30" name="Shape 28"/>
          <p:cNvSpPr/>
          <p:nvPr/>
        </p:nvSpPr>
        <p:spPr>
          <a:xfrm>
            <a:off x="6446520" y="4023360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6446520" y="4023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32320" y="39227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CSV 업로드 (13번)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132320" y="430682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부분 성공 처리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882896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35" name="Shape 33"/>
          <p:cNvSpPr/>
          <p:nvPr/>
        </p:nvSpPr>
        <p:spPr>
          <a:xfrm>
            <a:off x="731520" y="5056632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50566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417320" y="4956048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공공데이터 동기화 (11번)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417320" y="534009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API 응답은 별도 목 서버 권장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63640" y="4882896"/>
            <a:ext cx="5349240" cy="896112"/>
          </a:xfrm>
          <a:prstGeom prst="roundRect">
            <a:avLst>
              <a:gd name="adj" fmla="val 10204"/>
            </a:avLst>
          </a:prstGeom>
          <a:solidFill>
            <a:srgbClr val="F2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6446520" y="5056632"/>
            <a:ext cx="530352" cy="53035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1" name="Text 39"/>
          <p:cNvSpPr/>
          <p:nvPr/>
        </p:nvSpPr>
        <p:spPr>
          <a:xfrm>
            <a:off x="6446520" y="50566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32320" y="4956048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관리자: 지오코딩 실행 (11번)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132320" y="534009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카카오 API도 목 처리 권장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03 Playwright 진행 방식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39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114800" cy="4114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진행 로드맵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Vitest는 지금, Playwright는 Supabase 연결 이후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94360" cy="5943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08760" y="182880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 셋업 + 우선 함수 테스트 작성 — 완료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2402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38개 테스트(7개 파일) 전부 통과, 2026-07-28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971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08760" y="29260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 DB 연결 — 완료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33375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생성 + 마이그레이션 8건 + 로컬 데이터 이전까지 완료, 2026-07-28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069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08760" y="40233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Playwright 셋업 + 테스트 전용 로그인 경로 마련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08760" y="44348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이제 착수 가능 — OAuth 우회 방식 확정 필요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166360"/>
            <a:ext cx="594360" cy="594360"/>
          </a:xfrm>
          <a:prstGeom prst="ellipse">
            <a:avLst/>
          </a:prstGeom>
          <a:solidFill>
            <a:srgbClr val="0B5C63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166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08760" y="51206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핵심 사용자 플로우 e2e 작성 · 실행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08760" y="55321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E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 등록 2-Step부터 우선 작성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C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04 진행 로드맵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관리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문서를 계속 갱신하며 진행 상황을 추적합니다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2F7F7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019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사용 방법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두 슬라이드의 표는 테스트가 실제로 작성·실행될 때마다 상태(예정 → 통과/실패)와 최근 실행일을 갱신합니다. 이 PPT를 만든 생성 스크립트(doc/scripts/generate_test_plan.js)를 보관해두었으니, 다음 세션에서 결과만 바꿔 다시 생성하면 됩니다.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5C727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4028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0B5C63"/>
          </a:solidFill>
          <a:ln/>
        </p:spPr>
      </p:sp>
      <p:sp>
        <p:nvSpPr>
          <p:cNvPr id="10" name="Text 8"/>
          <p:cNvSpPr/>
          <p:nvPr/>
        </p:nvSpPr>
        <p:spPr>
          <a:xfrm>
            <a:off x="224028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작성완료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3192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0B8457"/>
          </a:solidFill>
          <a:ln/>
        </p:spPr>
      </p:sp>
      <p:sp>
        <p:nvSpPr>
          <p:cNvPr id="12" name="Text 10"/>
          <p:cNvSpPr/>
          <p:nvPr/>
        </p:nvSpPr>
        <p:spPr>
          <a:xfrm>
            <a:off x="393192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23560" y="342900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B23A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23560" y="342900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 표기 기준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— Vitest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단위 테스트 실행 결과를 여기에 누적 기록합니다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480560"/>
        </p:xfrm>
        <a:graphic>
          <a:graphicData uri="http://schemas.openxmlformats.org/drawingml/2006/table">
            <a:tbl>
              <a:tblPr/>
              <a:tblGrid>
                <a:gridCol w="3291840"/>
                <a:gridCol w="3017520"/>
                <a:gridCol w="1554480"/>
                <a:gridCol w="1554480"/>
                <a:gridCol w="1645920"/>
              </a:tblGrid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테스트 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테스트 대상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상태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최근 실행일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lib/services/csv.test.ts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parseCsv / findColumnIndex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8개 케이스(따옴표·콤마·BOM 등)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lib/utils/geo.test.ts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convertTmToWgs84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4개 케이스(범위 이상치 포함)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lib/weather/kma.test.ts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isWithinForecastRange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4개 케이스(경계값 포함)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lib/utils/round-format.test.ts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날짜·시간 포맷 함수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8개 케이스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lib/utils/course-format.test.ts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골프장 주소·구분 포맷 함수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6개 케이스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lib/services/round-duplicate.test.ts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findDuplicateRound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2개 케이스(vi.mock으로 prisma 직접 대체)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lib/services/golf-course-upload.test.ts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processGolfCourseCsvRows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2026-07-28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6개 케이스(vitest-mock-extended mockDeep 사용)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테스트 결과 — Playwright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시나리오 실행 결과를 여기에 누적 기록합니다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4480560"/>
        </p:xfrm>
        <a:graphic>
          <a:graphicData uri="http://schemas.openxmlformats.org/drawingml/2006/table">
            <a:tbl>
              <a:tblPr/>
              <a:tblGrid>
                <a:gridCol w="3291840"/>
                <a:gridCol w="3017520"/>
                <a:gridCol w="1554480"/>
                <a:gridCol w="1554480"/>
                <a:gridCol w="164592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시나리오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파일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상태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최근 실행일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28090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로그인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e2e/login.spec.ts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재홍님 로컬 npm run test:e2e로 확인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골프장 목록 조회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e2e/courses.spec.ts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재홍님 로컬 npm run test:e2e로 확인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등록 2-Step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e2e/rounds-new.spec.ts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셀렉터 버그 2건 수정 후 통과(비고 참고)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라운드 상세·삭제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e2e/rounds-delete.spec.ts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8457"/>
                          </a:solidFill>
                        </a:rPr>
                        <a:t>통과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2026-07-29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재홍님 로컬 npm run test:e2e로 확인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관리자: 루프·Par 관리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e2e/admin-loop-par.spec.ts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 role 세팅 필요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관리자: CSV 업로드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e2e/admin-upload.spec.ts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 role 세팅 필요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관리자: 공공데이터 동기화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e2e/admin-sync.spec.ts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외부 API 목 서버 권장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관리자: 지오코딩 실행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e2e/admin-geocode.spec.ts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A9A9C"/>
                          </a:solidFill>
                        </a:rPr>
                        <a:t>예정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7282A"/>
                          </a:solidFill>
                        </a:rPr>
                        <a:t>카카오 API 목 처리 권장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2F7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 테스트 계획서  ·  05 테스트 결과 관리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2026-07-29T01:43:50Z</dcterms:created>
  <dcterms:modified xsi:type="dcterms:W3CDTF">2026-07-29T01:43:50Z</dcterms:modified>
</cp:coreProperties>
</file>