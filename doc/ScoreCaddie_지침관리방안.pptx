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822960"/>
            <a:ext cx="3017520" cy="301752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394960"/>
            <a:ext cx="2103120" cy="2103120"/>
          </a:xfrm>
          <a:prstGeom prst="ellipse">
            <a:avLst/>
          </a:prstGeom>
          <a:solidFill>
            <a:srgbClr val="F4A82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지침 관리 방안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프로젝트 문서를 어떻게 나눠 관리할 것인가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45537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3977640"/>
            <a:ext cx="502920" cy="5029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coding-guidelines.md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2026-07-27  ·  ScoreCaddie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F1F6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“coding-guidelines.md 내용을 ScoreCaddie 폴더의 자동 로드 지침으로 만드는 게 나을까, 지금처럼 별도 문서로 관리하는 게 나을까?”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072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직전 세션에서 디렉터리 구조 · 코딩 스타일 가이드를 doc/coding-guidelines.md로 신규 작성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01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프로젝트는 이미 memory.md를 세션 시작 시 항상 읽는 방식으로 연속성을 관리 중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959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 내용을 코드 작성에 실제로 잘 반영되게 하려면 문서 체계를 어떻게 잡아야 할지 결정 필요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지침 관리 방안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가지 방식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F1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594360"/>
          </a:xfrm>
          <a:prstGeom prst="roundRect">
            <a:avLst>
              <a:gd name="adj" fmla="val 15385"/>
            </a:avLst>
          </a:prstGeom>
          <a:solidFill>
            <a:srgbClr val="0B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64792"/>
            <a:ext cx="5394960" cy="29260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자동 로드 지침 (CLAUDE.md류)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660904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53288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시작 시 자동으로 로드되어 항상 준수하게 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227832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09981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규칙을 "잊어버릴" 위험이 구조적으로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3133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12394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memory.md와 역할이 겹쳐 두 파일을 나눈 의도가 흐려짐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818888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69087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규칙(표·코드 예시)까지 매번 로드되어 무거움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385816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2578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전용 관례라 다른 도구·사람에겐 낯섦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F1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1463040"/>
            <a:ext cx="539496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764792"/>
            <a:ext cx="539496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14630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별도 참조 문서 (지금 방식)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장점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37960" y="2660904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253288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memory.md(진행 기록) ↔ coding-guidelines.md(정적 규칙) 역할이 명확히 분리됨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3227832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09981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필요할 때만 읽어 컨텍스트가 가벼움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3794760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366674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마크다운이라 사람이 읽기에도, 다른 도구에서도 무난함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43982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단점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4818888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469087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자동으로 상기되지 않아 존재 자체를 잊을 위험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지침 관리 방안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4A8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별도 문서 유지 + memory.md에 참조 포인터 한 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방식의 장점만 취하는 하이브리드 — 파일을 합치지 않고, memory.md가 매 세션 coding-guidelines.md의 존재를 상기시킴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2651760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12335A"/>
          </a:solidFill>
          <a:ln w="19050">
            <a:solidFill>
              <a:srgbClr val="3E7C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926080"/>
            <a:ext cx="502920" cy="50292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memory.md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세션마다 항상 읽음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기록 · 다음 단계 · 결정사항 로그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95160" y="2651760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12335A"/>
          </a:solidFill>
          <a:ln w="19050">
            <a:solidFill>
              <a:srgbClr val="2C7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2926080"/>
            <a:ext cx="502920" cy="5029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0956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coding-guidelines.md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6948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필요할 때 참조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구조 · 코딩 스타일 정적 규칙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12080" y="3611880"/>
            <a:ext cx="1783080" cy="0"/>
          </a:xfrm>
          <a:prstGeom prst="line">
            <a:avLst/>
          </a:prstGeom>
          <a:noFill/>
          <a:ln w="31750">
            <a:solidFill>
              <a:srgbClr val="F4A82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21208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포인터 1줄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02920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“코드 작성 시(2026-07-27): 디렉터리 구조·코딩 스타일은 doc/coding-guidelines.md를 참고할 것”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지침 관리 방안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문서 역할 분리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438912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5544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memory.md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554480"/>
            <a:ext cx="438912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5544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coding-guidelines.md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2057400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057400"/>
            <a:ext cx="438912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기록 (동적)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2057400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057400"/>
            <a:ext cx="438912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규칙 (정적)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2377440" cy="566928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24328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시점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2624328"/>
            <a:ext cx="4389120" cy="566928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624328"/>
            <a:ext cx="438912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세션 시작 시 항상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24328"/>
            <a:ext cx="4389120" cy="566928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24328"/>
            <a:ext cx="438912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작성·구조 결정 시 필요할 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191256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91256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갱신 주기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3191256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3191256"/>
            <a:ext cx="438912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작업할 때마다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0" y="3191256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3191256"/>
            <a:ext cx="438912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규칙이 바뀔 때만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758184"/>
            <a:ext cx="2377440" cy="566928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758184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담는 내용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3758184"/>
            <a:ext cx="4389120" cy="566928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758184"/>
            <a:ext cx="438912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결정사항 로그·다음 단계·작업 이력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0" y="3758184"/>
            <a:ext cx="4389120" cy="566928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3758184"/>
            <a:ext cx="438912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구조·타입/에러/로깅 규칙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25112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325112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0" y="4325112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4325112"/>
            <a:ext cx="438912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누적되어 계속 길어짐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4325112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4325112"/>
            <a:ext cx="438912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짧고 안정적으로 유지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지침 관리 방안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참고 — 로컬 Claude Code를 함께 쓴다면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1F6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세션과 별개로, 재홍님이 로컬 Claude Code로도 이 프로젝트를 여신다면 그쪽은 CLAUDE.md를 세션 시작 시 자동 로드합니다.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98064"/>
            <a:ext cx="146304" cy="146304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7004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당장은 불필요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267004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Cowork 세션은 memory.md 기반 워크플로로 충분히 커버됨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66744"/>
            <a:ext cx="146304" cy="146304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387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필요해지면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353872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CLAUDE.md에 전체 규칙을 옮기지 말고, "자세한 규칙은 doc/coding-guidelines.md 참고" 한 줄 링크만 추가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35424"/>
            <a:ext cx="146304" cy="146304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4074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57600" y="440740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가이드의 실제 내용은 한 곳(coding-guidelines.md)에만 두고, 다른 진입점은 링크만 건다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지침 관리 방안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완료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바로 반영됨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6304" cy="146304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coding-guidelines.md는 지금처럼 doc/ 폴더의 별도 문서로 계속 관리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46304" cy="146304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"0. 다음 세션 시작 가이드" 섹션에 참조 포인터 한 줄 추가 완료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46304" cy="146304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로드 지침 파일(CLAUDE.md류)은 신설하지 않음 — 필요해지면 그때 링크만 추가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1233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206240"/>
            <a:ext cx="10469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작성 시(2026-07-27): 디렉터리 구조·코딩 스타일은 doc/coding-guidelines.md를 참고할 것(89번 항목 참고) — Express 계층형이 아니라 Next.js App Router/Prisma 관례에 맞춘 프로젝트 전용 가이드.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22번 줄에 추가된 실제 문구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ScoreCaddie 지침 관리 방안</dc:title>
  <dc:subject>PptxGenJS Presentation</dc:subject>
  <dc:creator>ScoreCaddie PM</dc:creator>
  <cp:lastModifiedBy>ScoreCaddie PM</cp:lastModifiedBy>
  <cp:revision>1</cp:revision>
  <dcterms:created xsi:type="dcterms:W3CDTF">2026-07-27T05:27:56Z</dcterms:created>
  <dcterms:modified xsi:type="dcterms:W3CDTF">2026-07-27T05:27:56Z</dcterms:modified>
</cp:coreProperties>
</file>