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572000"/>
            <a:ext cx="3840480" cy="384048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골프 스코어 관리 서비스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ScoreCaddie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· 설계 진행 보고 (v5 갱신판)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806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개발·테스트·Vercel 배포 완료 + 스코어 등록 / 공공데이터 업로드 / 지오코딩 개선 3건 반영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126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개인(또는 소규모 그룹)의 골프 라운드 스코어를 골프장·일자·홀 단위로 기록하고 조회하는 웹 서비스. 회원가입은 불특정 다수를 대상으로 개방형으로 설계했고, 이메일/비밀번호와 구글 소셜 로그인을 지원한다. 골프장 목록은 공공데이터포털 실시간 API로 채우고, 관리자가 루프·Par를 보정한다.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6126480" cy="1737360"/>
          </a:xfrm>
          <a:prstGeom prst="roundRect">
            <a:avLst>
              <a:gd name="adj" fmla="val 6316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160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Vercel 배포 완료 · </a:t>
            </a:r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</a:rPr>
              <a:t>scorecaddie.vercel.app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Playwright e2e 8개 시나리오 전체 통과 (핵심 플로우 4 + 관리자 4) ·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로컬 개발·Preview·Production 모두 Supabase 단일 DB 공유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1554480"/>
            <a:ext cx="1417320" cy="155448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040880" y="16916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086600" y="24231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41080" y="1554480"/>
            <a:ext cx="1417320" cy="155448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41080" y="16916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686800" y="24231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설계된 화면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(사용자10+관리자4)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241280" y="1554480"/>
            <a:ext cx="1417320" cy="155448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241280" y="16916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0287000" y="24231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핵심 테이블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(+NextAuth 3)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구현 현황 → 슬라이드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확정된 8가지 핵심 기능 · 2026-07-16 확정, 2026-07-22/29 일부 갱신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회원관리 및 로그인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이메일/비밀번호 + 구글 소셜 로그인(NextAuth) — 카카오 로그인은 2026-07-22 삭제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0" y="16002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57600" y="178308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리스트 관리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11880" y="28346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공공데이터포털 실시간 연동 + 9홀 단위 "루프"로 구성, 관리자 보정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16002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정보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28346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기상청 단기예보 API로 라운드 당시 날씨 자동 표시(오늘~+3일)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26880" y="16002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509760" y="178308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509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6404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등록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64040" y="28346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2-Step(코스선택→스코어카드) · 골프장 검색형 콤보박스(2026-07-29 개선)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" y="4937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조회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" y="53492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기간·골프장 필터 + "내 기록만/전체 회원"(동의 회원만 공개)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0" y="41148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657600" y="429768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6576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11880" y="4937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상세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611880" y="53492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홀별 스코어 매트릭스형(전반/후반 카드 2개) UI로 최종 확정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1148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583680" y="429768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5836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37960" y="4937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골프장 관리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537960" y="53492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루프·Par 입력 + CSV 업로드 + 공공데이터 동기화 + 좌표 지오코딩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326880" y="41148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509760" y="429768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5097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464040" y="4937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회원 관리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464040" y="53492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목록 조회, 관리자 권한 부여/해제(본인 자가해제는 서버에서 차단)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스택 확정 완료 · 2026-07-29 기준 실배포 반영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 스택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프론트엔드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15 (React) + TypeScript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Router, SSR/SEO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스타일링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빠른 UI 개발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백엔드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API Routes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별도 서버 없이 통합 운영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Prisma ORM 7 (@prisma/adapter-pg)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로컬·Preview·Production 모두 Supabase 단일 DB 공유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NextAuth.js(Auth.js) v5 + role 구분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이메일/비밀번호 + 구글 로그인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날씨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기상청 단기예보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실사용 검증 완료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+ Supabase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확정 · scorecaddie.vercel.app 배포 완료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소스: github.com/haekongpapa/scorecaddie · VS Code 워크스페이스 연동 · 2026-07-28 로컬 DB를 Docker Compose에서 Supabase로 완전 전환(별도 로컬 DB 미사용)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정책 결정사항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2026-07-29 갱신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600200"/>
            <a:ext cx="73152" cy="214884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830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방식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이메일/비밀번호 + 구글 소셜 로그인만 지원. 카카오 OAuth 로그인은 2026-07-22 사용자 요청으로 기능 자체 삭제.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73152" cy="214884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46520" y="17830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데이터 소스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공공데이터포털 실시간 API 직접 호출(파일 업로드 아님). 영업상태(SALS_STTS_CD) 필터는 동기화 API가 아니라 화면 조회 쿼리 쪽에 적용(2026-07-29).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3931920"/>
            <a:ext cx="73152" cy="214884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1148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권한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User.role(USER/ADMIN)로 구분. 최초 관리자 계정은 여전히 DB에서 직접 지정(별도 초대/승격 플로우 없음). 본인 계정 자가 해제는 서버에서 차단.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73152" cy="214884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46520" y="41148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스택 확정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5262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Supabase로 최종 결정(Neon 대비 콜드스타트 이슈 고려). 로컬 개발 DB도 별도로 두지 않고 동일 Supabase를 공유(2026-07-28 전환).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스키마 설계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핵심 테이블(+ NextAuth 3개 별도) · prisma/schema.prisma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13055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회원정보/인증/role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0520" y="16916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0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GolfCourse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97680" y="213055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골프장 정보, 좌표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80960" y="16916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18120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GolfCourseSyncLog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818120" y="213055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공공데이터 동기화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체크포인트(신규)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60520" y="30632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97680" y="31546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GolfCourseLoop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97680" y="350215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FK golfCourseId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루프(전반/후반 등)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0" y="30632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18120" y="31546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GolfCourseHole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18120" y="350215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FK loopId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루프별 Par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0632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31546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350215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FK userId/golfCourseId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frontLoopId/backLoopId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44348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7240" y="4526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HoleScore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7240" y="487375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FK roundId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등록시점 par 스냅샷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38160" y="14173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138160" y="1417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5715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Round이 User·GolfCourse를 참조하고, GolfCourseLoop은 GolfCourse의 9홀 단위 루프, GolfCourseHole은 그 루프별 Par. HoleScore는 Round에 종속되며 등록 시점 par를 스냅샷으로 보존한다. GolfCourseSyncLog는 공공데이터 증분 동기화(cond[DAT_UPDT_PNT::GTE]) 기준 시각을 정확히 추적하기 위한 전용 체크포인트(2026-07-29 신규 — 기존엔 GolfCourse.updatedAt으로 근사했으나 지오코딩 배치가 같은 값을 오염시키는 문제가 있어 분리).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컬럼 정의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테이블 필드 상세(PK/FK 명기) · 생성정보 필드는 설명 생략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GolfCourse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7088"/>
          <a:ext cx="5440680" cy="914400"/>
        </p:xfrm>
        <a:graphic>
          <a:graphicData uri="http://schemas.openxmlformats.org/drawingml/2006/table">
            <a:tbl>
              <a:tblPr/>
              <a:tblGrid>
                <a:gridCol w="1849831"/>
                <a:gridCol w="1088136"/>
                <a:gridCol w="2502713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(PK)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키 (cuid)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/ address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골프장명 / 대표 주소(도로명 우선)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addressLotno (신규)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지번 주소 원본 — 지오코딩 실패 시 폴백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latitude/longitude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WGS84 변환 좌표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rawCoordX/Y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원본 좌표(TM 중부원점)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needsGeocoding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좌표 결측 플래그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businessStatus 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영업상태·세부업종·공공/민간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17920" y="155448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GolfCourseSyncLog (신규, 2026-07-29)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47088"/>
          <a:ext cx="5440680" cy="914400"/>
        </p:xfrm>
        <a:graphic>
          <a:graphicData uri="http://schemas.openxmlformats.org/drawingml/2006/table">
            <a:tbl>
              <a:tblPr/>
              <a:tblGrid>
                <a:gridCol w="1849831"/>
                <a:gridCol w="1088136"/>
                <a:gridCol w="2502713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(PK)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키 (cuid)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동기화 배치 시작 시각(KST) — 다음 실행의 GTE 기준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생성 시각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37947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87368"/>
          <a:ext cx="5440680" cy="914400"/>
        </p:xfrm>
        <a:graphic>
          <a:graphicData uri="http://schemas.openxmlformats.org/drawingml/2006/table">
            <a:tbl>
              <a:tblPr/>
              <a:tblGrid>
                <a:gridCol w="1849831"/>
                <a:gridCol w="1088136"/>
                <a:gridCol w="2502713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(PK)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키 (cuid)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userId/golfCourseId (FK)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· GolfCourse 참조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frontLoopId/backLoopId (FK)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GolfCourseLoop 참조(9홀이면 back null)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"HH:MM" 24시간제 — 중복 등록 방지에 사용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holesPlayed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또는 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weatherSnapshot/memo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날씨 스냅샷(JSON) / 메모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217920" y="37947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HoleScore</a:t>
            </a:r>
            <a:endParaRPr lang="en-US" sz="1200" dirty="0"/>
          </a:p>
        </p:txBody>
      </p:sp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4087368"/>
          <a:ext cx="5440680" cy="914400"/>
        </p:xfrm>
        <a:graphic>
          <a:graphicData uri="http://schemas.openxmlformats.org/drawingml/2006/table">
            <a:tbl>
              <a:tblPr/>
              <a:tblGrid>
                <a:gridCol w="1849831"/>
                <a:gridCol w="1088136"/>
                <a:gridCol w="2502713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User.role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/ 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User.thirdPartyConsent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제3자 정보제공 동의(선택)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HoleScore.par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등록 시점 GolfCourseHole.par 스냅샷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HoleScore 상세 8필드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티샷결과/페널티·OB/핀거리/온그린·퍼트 — 다음 슬라이드 참고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HoleScore 상세 필드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스코어카드 상세 필드 8개 · Round엔 holesPlayed/startTime 추가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94767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teeShotResult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티샷 결과 — FAIRWAY / MISS / PENALTY / OB (enum)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194767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penaltyStrokes · obStrokes · bunkerUsed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페널티·OB 타수, 그린주변벙커 여부 — 선택 시 화면에서 자동 가산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27939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pinDistanceType · pinDistanceMeters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07492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온그린 핀거리 — NEAR(0~20m 값) / FAR(20m 이상) 중 선택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00800" y="4251960"/>
            <a:ext cx="457200" cy="457200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27939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onGreenStrokes · puttStrokes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507492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온그린 타수 + 퍼트 타수 합산 → strokes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설계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14개 화면(사용자 10 + 관리자 4) · 대시보드 허브형 구조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29260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29260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13716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3EFE6"/>
          </a:solidFill>
          <a:ln w="12700">
            <a:solidFill>
              <a:srgbClr val="6B908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14904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· 상세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0" y="13716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3EFE6"/>
          </a:solidFill>
          <a:ln w="12700">
            <a:solidFill>
              <a:srgbClr val="6B908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14904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등록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2-Step · 스코어카드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470916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3EFE6"/>
          </a:solidFill>
          <a:ln w="12700">
            <a:solidFill>
              <a:srgbClr val="6B908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8280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조회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5212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· 상세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03920" y="470916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3EFE6"/>
          </a:solidFill>
          <a:ln w="12700">
            <a:solidFill>
              <a:srgbClr val="6B908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03920" y="48280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5212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동의·비밀번호 관리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470916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794760" y="4828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전용 (role=ADMIN, 4개 화면)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94760" y="51937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관리 목록 · 루프/Par 입력 · CSV 업로드 · 회원 관리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진입: 랜딩 → 로그인/회원가입 → 대시보드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스코어 등록 화면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2-Step 구조 (2026-07-16 확정) + 골프장 선택 UX 개선(2026-07-29)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Step1 — 코스 선택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1488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· 9H/18H · 전반/후반 코스 · 일자 · 출발시간 · 라운드 당시 날씨 자동표시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Step2 — 스코어카드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21488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전반/후반 표 상시노출, 홀 탭으로 이동, PAR 버튼으로 즉시 변경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10835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4분할 입력 패널 · 자동계산 규칙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티샷결과 ② 페널티/OB ③ 온그린 핀거리 ④ 스코어(온그린·퍼트) — 페널티 선택 시 페널티+1·온그린+1 / OB 선택 시 OB+2·온그린+2 자동 반영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074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2026-07-29 개선 — 골프장 선택 UX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413248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Step1 골프장 목록을 "루프 등록 + 영업상태(영업/정상)" 조건으로 서버에서 필터링, 기존 &lt;select&gt;를 타이핑 시 실시간으로 좁혀지는 검색형 콤보박스로 전환. 골프장 상세에서 넘어온 골프장이 필터에 걸려 없을 경우 조용히 다른 골프장으로 대체되던 부수 버그도 함께 수정.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관리자 화면 (11~14번)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= ADMIN 전용 · 4개 화면 전부 구현 완료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85623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관리 목록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검색/필터 · 공공데이터 업로드 · 좌표 지오코딩 실행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185623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루프·Par 입력/수정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 추가/이름변경/삭제 · 루프별 9홀 Par 입력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0" y="1874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8795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일괄 업로드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골프장명·루프명·홀번호·Par 포맷으로 대량 반영, 오류행 스킵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4206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3931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00800" y="416052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418795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관리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0" y="493776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목록 조회, role 부여/해제(본인 자가해제는 서버에서 차단)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0" y="4206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골프장 공공데이터 연동 &amp; 좌표 지오코딩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11번 화면 핵심 배치 기능 2종 · 2026-07-29 증분 동기화 추가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동기화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</a:rPr>
              <a:t>data.go.kr 실시간 API 직접 호출 · 페이지당 100건, 즉시 upsert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</a:rPr>
              <a:t>cond[SALS_STTS_CD::EQ]=01은 API가 아닌 조회 화면 쿼리에 적용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</a:rPr>
              <a:t>"전체" 옵션(기본 미선택) — 미선택 시 cond[DAT_UPDT_PNT::GTE/LT]로 마지막 동기화 이후 변경분만 조회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</a:rPr>
              <a:t>기준 시각은 전용 GolfCourseSyncLog 체크포인트로 관리(지오코딩이 값을 오염시키는 문제 해결)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</a:rPr>
              <a:t>실행 중 전체화면 로딩 오버레이로 다른 관리 기능 조작 차단(신규)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지오코딩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</a:rPr>
              <a:t>TM 중부원점(EPSG:5174) → WGS84 변환(proj4)을 동기화 upsert 시점에 처리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</a:rPr>
              <a:t>좌표 변환 실패/결측 건은 카카오 주소 검색(도로명→지번→키워드 3단계 폴백)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</a:rPr>
              <a:t>대상은 needsGeocoding=true인 골프장만 조회(이미 "필요한 것만" 조건 충족, 2026-07-29 재확인)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</a:rPr>
              <a:t>서버리스 실행시간 대비 1회 최대 150건, 나머지는 버튼 재클릭으로 이어서 처리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</a:rPr>
              <a:t>실행 중 전체화면 로딩 오버레이로 다른 관리 기능 조작 차단(신규)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&amp; 배포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coding-guidelines.md 6단계(Vitest+Playwright) 완료 · Vercel 배포 마일스톤 완료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83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— 8개 시나리오 전체 통과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핵심 플로우 4 — 로그인 · 골프장 조회 · 라운드 등록(2-Step) · 라운드 상세/삭제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관리자 4 — 루프·Par 관리 · CSV 업로드 · 공공데이터 동기화 · 지오코딩 실행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서버사이드 외부 API 호출은 로컬 목 서버 + env 오버라이드로 격리(page.route 한계 우회)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테스트 데이터는 "E2E_TEST_" 접두사 규칙으로 실 데이터와 격리, global teardown으로 정리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배포 완료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scorecaddie.vercel.app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</a:rPr>
              <a:t>CVE-2025-66478(Next.js RSC) 대응 — 15.1.6 → 15.1.12 패치 후 배포 성공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</a:rPr>
              <a:t>Google OAuth 프로덕션 리다이렉트 URI 등록 완료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</a:rPr>
              <a:t>스모크 테스트 전 항목 통과(로그인/골프장 조회/스코어 등록/관리자 화면)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</a:rPr>
              <a:t>postinstall: "prisma generate" 스크립트 추가로 빌드 안정화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기능 개선 (2026-07-29)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등록 / 공공데이터 업로드 / 지오코딩 — 3건 반영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18288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스코어 등록 화면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목록을 "루프 등록 + 영업상태(영업/정상)" 조건으로 서버 필터링. &lt;select&gt;를 타이핑 시 실시간 필터링되는 검색형 콤보박스로 전환. 골프장 상세에서 넘어온 골프장이 필터에 걸릴 때 조용히 다른 골프장으로 대체되던 부수 버그도 함께 수정.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3547872"/>
            <a:ext cx="502920" cy="502920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429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업로드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7947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"전체" 옵션(기본 미선택) 추가 — 미선택 시 cond[DAT_UPDT_PNT::GTE/LT]로 증분 조회. 기준 시각을 전용 GolfCourseSyncLog 테이블로 정확히 추적(기존엔 GolfCourse.updatedAt 근사치라 지오코딩 배치가 값을 오염시키는 문제가 있었음).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5148072"/>
            <a:ext cx="502920" cy="502920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5148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50292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중 로딩 차단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53949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업로드·지오코딩 실행 중 전체화면 로딩 오버레이를 띄워 CSV 업로드·Par 편집 등 다른 관리 기능을 동시에 조작하지 못하게 차단.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 진행 현황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기획 → 구현 → 테스트 → 배포 1주기 완료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</a:rPr>
              <a:t>요구사항 수집 &amp; 초기 기획 문서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</a:rPr>
              <a:t>DB 스키마 설계·확장(7개 핵심 테이블, GolfCourseSyncLog 포함)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</a:rPr>
              <a:t>화면 14개 설계 + HTML 목업 전체 작성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</a:rPr>
              <a:t>사용자 화면 10개 전부 실구현(회원가입~라운드상세)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</a:rPr>
              <a:t>관리자 화면 4개 전부 실구현(Par 관리~회원 관리)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</a:rPr>
              <a:t>골프장 공공데이터 연동 + 좌표 지오코딩 배치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</a:rPr>
              <a:t>날씨 연동(기상청 단기예보 API)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</a:rPr>
              <a:t>Vitest 단위테스트 + Playwright e2e 8개 시나리오 전체 통과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</a:rPr>
              <a:t>Supabase DB 연결 + Vercel 배포 완료(scorecaddie.vercel.app)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</a:rPr>
              <a:t>스코어 등록/공공데이터/지오코딩 기능 개선 3건(2026-07-29)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223760" y="1600200"/>
            <a:ext cx="4389120" cy="4480560"/>
          </a:xfrm>
          <a:prstGeom prst="roundRect">
            <a:avLst>
              <a:gd name="adj" fmla="val 2083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52360" y="1737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/ 후속 논의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2148840"/>
            <a:ext cx="3931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</a:rPr>
              <a:t>커스텀 도메인 연결(선택, 예산/보유 여부 미정)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</a:rPr>
              <a:t>관리자 계정 발급 절차 개선(현재는 DB 직접 지정)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</a:rPr>
              <a:t>CSV 업로드 골프장명 매칭 정책 보완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A24"/>
                </a:solidFill>
              </a:rPr>
              <a:t>모바일 대응 방식(반응형 유지 vs 네이티브 전환)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이슈 및 해결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과정에서 발견·해결한 대표 이슈 4건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49808" y="180136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런타임 초기화 버그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PrismaClient가 DATABASE_URL을 런타임에 자동으로 읽지 않아 즉시 크래시할 잠재적 심각 버그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@prisma/adapter-pg로 커넥션 명시 전달하도록 수정, 재검증 완료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E3EFE6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373368" y="180136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73368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1783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좌표계 불일치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좌표가 WGS84가 아닌 TM 중부원점(EPSG:5174)이며 다수 레코드 결측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proj4 기반 변환 유틸 작성 + 카카오 주소검색 폴백, 결측은 needsGeocoding 플래그로 관리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9808" y="413308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4133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Direct 연결 IPv6 이슈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connection(5432)이 IPv6 전용이라 IPv4 환경에서 접속 실패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39496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Session Pooler(6543, IPv4 호환)로 DATABASE_URL 교체해 해결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3931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CFE3D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73368" y="413308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73368" y="4133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CVE-2025-66478 배포 차단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0" y="470916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Vercel이 취약 버전(15.0.0~16.0.6) 감지 시 배포 자동 차단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539496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동일 minor 라인 내 최신 패치(15.1.6→15.1.12)로 대응, 배포 성공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128016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논의가 필요한 사항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2026-07-29 갱신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C99A3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7830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계정 발급 절차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현재는 DB에서 직접 role을 ADMIN으로 변경해야 함. 별도 초대/승격 플로우가 필요한지 논의 필요.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C99A3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17830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업로드 골프장명 매칭 정책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이름 골프장이 여러 개일 경우 현재는 매칭 실패 처리. externalOrgCd 등 식별자 기반 매칭으로 보완할지 검토.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C99A3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1148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도메인 연결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scorecaddie.vercel.app 기본 도메인 사용 중. 예산 및 도메인 보유 여부 확정 필요(선택 사항).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931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C99A3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0" y="41148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대응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4572000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웹으로 충분한지, 추후 네이티브 앱 전환을 고려할지.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" y="2377440"/>
            <a:ext cx="640080" cy="640080"/>
          </a:xfrm>
          <a:prstGeom prst="ellipse">
            <a:avLst/>
          </a:prstGeom>
          <a:solidFill>
            <a:srgbClr val="C99A3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" y="31089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골프 스코어 관리 서비스 · 분석/설계 요약 (v5)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2026-07-29T07:59:58Z</dcterms:created>
  <dcterms:modified xsi:type="dcterms:W3CDTF">2026-07-29T07:59:58Z</dcterms:modified>
</cp:coreProperties>
</file>