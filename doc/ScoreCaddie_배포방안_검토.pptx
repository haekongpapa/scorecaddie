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예상 월 비용 (USD)</c:v>
                </c:pt>
              </c:strCache>
            </c:strRef>
          </c:tx>
          <c:spPr>
            <a:solidFill>
              <a:srgbClr val="2FA8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8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Supabase Pro (정액)</c:v>
                  </c:pt>
                  <c:pt idx="1">
                    <c:v>Neon Launch (종량)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7080"/>
                    </a:solidFill>
                    <a:latin typeface="Arial"/>
                  </a:rPr>
                  <a:t>USD/월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2743200" cy="1554480"/>
          </a:xfrm>
          <a:prstGeom prst="cloud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1371600" cy="1737360"/>
          </a:xfrm>
          <a:prstGeom prst="can">
            <a:avLst/>
          </a:prstGeom>
          <a:solidFill>
            <a:srgbClr val="F4A82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120640"/>
            <a:ext cx="1097280" cy="10972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방안 검토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호스팅 · 데이터베이스 플랫폼 비교 및 추천안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977640"/>
            <a:ext cx="502920" cy="5029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97764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2026-07-27  ·  ScoreCaddie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배경 및 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분석·설계 문서의 기술 스택에는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Supabase/Neon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조합이 "MVP 단계 무료·저비용"이라는 사유로 이미 방향만 확정되어 있음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배포·호스팅 예산과 도메인 여부는 여전히 "미정 사항"으로 남아 있음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9125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→ 배포는 개발 진행 단계 중 아직 착수 전인 마지막 단계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96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생성·비용 지출 전에 각 플랫폼의 무료/유료 조건과 실제 적합성을 먼저 점검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417320"/>
            <a:ext cx="4343400" cy="3383280"/>
          </a:xfrm>
          <a:prstGeom prst="roundRect">
            <a:avLst>
              <a:gd name="adj" fmla="val 324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76200" dist="25400" dir="5400000">
              <a:srgbClr val="9BB4C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미정 사항 (memory.md)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2148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“배포/호스팅 예산 및 도메인 여부”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검토 범위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3346704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2" name="Text 20"/>
          <p:cNvSpPr/>
          <p:nvPr/>
        </p:nvSpPr>
        <p:spPr>
          <a:xfrm>
            <a:off x="7845552" y="3236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호스팅: Vercel vs Render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730752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7845552" y="3621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Supabase vs Neon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41148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4005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티어 / 유료 조건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4498848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7845552" y="4389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상황에 맞는 추천안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대상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92024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20140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특화 배포 플랫폼. zero-config 배포 + 프리뷰 URL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10812" y="1920240"/>
            <a:ext cx="731520" cy="7315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3" name="Text 11"/>
          <p:cNvSpPr/>
          <p:nvPr/>
        </p:nvSpPr>
        <p:spPr>
          <a:xfrm>
            <a:off x="421081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9272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90772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890772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02152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 + Realtime 통합 백엔드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1444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98144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9904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61404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61404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Postgres 전문, 브랜칭 · scale-to-zero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0536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52076" y="1920240"/>
            <a:ext cx="731520" cy="7315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7" name="Text 25"/>
          <p:cNvSpPr/>
          <p:nvPr/>
        </p:nvSpPr>
        <p:spPr>
          <a:xfrm>
            <a:off x="9752076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860536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432036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9432036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호스팅+DB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43416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웹서비스 · Postgres · Redis 통합 운영 플랫폼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= 호스팅(앱 실행)   /   Supabase · Neon = 데이터베이스   —   Render는 두 역할을 한 플랫폼에서 겸함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기반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1463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Postgres 위에 백엔드 기능을 얹은 구조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내장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20299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이메일/소셜 로그인 등 인증을 자체 제공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1097280" y="25968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 스토리지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77640" y="259689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등 바이너리 파일 저장/서빙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1097280" y="31638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 구독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77640" y="31638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변경사항을 실시간으로 클라이언트에 push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4" name="Text 22"/>
          <p:cNvSpPr/>
          <p:nvPr/>
        </p:nvSpPr>
        <p:spPr>
          <a:xfrm>
            <a:off x="1097280" y="3730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Functions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7640" y="37307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함수를 DB 가까이에서 실행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77640" y="4297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단위 접근 제어를 Auth와 통합 제공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281160" y="2743200"/>
            <a:ext cx="1371600" cy="1737360"/>
          </a:xfrm>
          <a:prstGeom prst="can">
            <a:avLst/>
          </a:prstGeom>
          <a:solidFill>
            <a:srgbClr val="2FA86A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16002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744200" y="16002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74420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: DB만이 아니라 백엔드 전체가 필요할 때 유리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서버리스 Postgres 전문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6052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 백엔드 기능 없이 DB 자체에 집중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84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브랜칭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60520" y="20848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git처럼 프로덕션 DB를 몇 초 만에 복제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066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Scale-to-Zero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60520" y="27066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 시 컴퓨트가 자동으로 0으로 줄어듦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284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커넥션 풀러 내장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60520" y="33284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환경의 다중 연결 문제 해결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950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엣지 드라이버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6052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런타임에서도 바로 연결 가능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1737360"/>
            <a:ext cx="0" cy="10058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743200"/>
            <a:ext cx="1005840" cy="6400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2743200"/>
            <a:ext cx="0" cy="14630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6276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1536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(production)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51976" y="41148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(test)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66960" y="3273552"/>
            <a:ext cx="201168" cy="201168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(preview)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: DB 그 자체의 유연성 · 비용 효율에 집중할 때 유리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VS NEON · FREE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 티어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2FA86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212080" cy="320040"/>
          </a:xfrm>
          <a:prstGeom prst="rect">
            <a:avLst/>
          </a:prstGeom>
          <a:solidFill>
            <a:srgbClr val="2FA86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스토리지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825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스토리지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825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egress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227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활성 사용자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630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MAU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/ SLA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안 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534924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49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7일간 요청 없으면 프로젝트 자동 일시정지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828800"/>
            <a:ext cx="52120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Free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94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컴퓨트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CU-hour / 프로젝트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29400" y="2825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23960" y="2825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GB / 프로젝트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2940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23960" y="3227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100개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29400" y="3630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23960" y="3630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프로젝트당 10개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2940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Auth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2396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60,000 포함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6294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과금 방식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2396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필수 적용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534924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4E0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5349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유휴 시 콜드스타트 — 프로덕션 상시 운영엔 부적합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VS NEON ·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유료 요금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Pro — 월 $25 정액 + 초과 종량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포함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8GB · MAU 10만 · 스토리지 100GB · egress 250GB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715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초과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7157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GB당 $0.125/월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초과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3145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GB당 $0.09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초과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5753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1인당 $0.00325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005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체감가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40050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$35 ~ $75 (소규모 기준)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27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6276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— 최소요금 없는 순수 종량제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컴퓨트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CU-hour당 $0.106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2715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컴퓨트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27157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CU-hour당 $0.222 (SLA·SOC2·SSO 포함)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14553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3145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GB-월당 $0.35 (공통)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357530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요금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01000" y="35753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(2026년 정책 폐지)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005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과금 원리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40050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쓴 만큼만, 유휴 시 자동 절감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월 컴퓨트 사용량이 적을 때(약 100시간) 예상 비용</a:t>
            </a:r>
            <a:endParaRPr lang="en-US" sz="12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48640" y="4937760"/>
          <a:ext cx="57607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6492240" y="54864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예시 산정 : Neon = 100 CU-hr × $0.106 + 스토리지 1GB × $0.35 ≈ $11 / 이용 패턴에 따라 역전 가능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35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Next.js를 만든 회사가 직접 운영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110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연결만으로 zero-config 자동 배포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865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PR마다 자동 생성되는 프리뷰 URL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620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엣지 네트워크로 서빙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· Edge Functions 등 Next.js 특화 기능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1719072"/>
            <a:ext cx="1965960" cy="2468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Hobby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비상업 전용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100GB/월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실행 100만회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100분/월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719072"/>
            <a:ext cx="196596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352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$20/席/월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3524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프로덕션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1TB/월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2668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1,000 GB-hr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체감가 ~$67/월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408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78408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B3D5C"/>
          </a:solidFill>
          <a:ln/>
        </p:spPr>
      </p:sp>
      <p:sp>
        <p:nvSpPr>
          <p:cNvPr id="36" name="Shape 34"/>
          <p:cNvSpPr/>
          <p:nvPr/>
        </p:nvSpPr>
        <p:spPr>
          <a:xfrm>
            <a:off x="9784080" y="171907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978408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840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$3,500~/월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8408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조직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7552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보안 · 컴플라이언스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계약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지원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Hobby — “상업적 이용” 기준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기준: 프로젝트 제작에 관여한 누군가의 금전적 이득을 위한 배포이면 상업적 이용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B0453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0008"/>
            <a:ext cx="5394960" cy="256032"/>
          </a:xfrm>
          <a:prstGeom prst="rect">
            <a:avLst/>
          </a:prstGeom>
          <a:solidFill>
            <a:srgbClr val="B045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상업적 이용에 해당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614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결제·구독 등 금전 처리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후원(도네이션) 수령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22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또는 제휴 링크 게재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525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클라이언트 작업물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010912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8289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법인(주식회사 등) 소유 프로젝트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0574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2C7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350008"/>
            <a:ext cx="5394960" cy="256032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057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비상업으로 인정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2889504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7614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수익화 없는 개인 블로그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3419856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랜딩페이지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950208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822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비상업 프로젝트 문서 사이트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4480560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3525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학습용 데모, 수익 없는 프로젝트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FF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8064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적용: 무료·개인 운영 단계는 Hobby 조건에 해당할 수 있음 — 수익화 또는 사용자 증가 시 Pro 전환 필요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Render란 — 통합 플랫폼 대안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Vercel(호스팅) + Neon/Supabase(DB) 조합을 한 플랫폼으로 대체 가능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 티어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웹서비스 512MB RAM / 0.1 CPU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944368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256MB — 30일 후 만료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100GB · 빌드 500분/월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39312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5295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미사용 시 슬립 + 콜드스타트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유료 요금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2596896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0" name="Text 18"/>
          <p:cNvSpPr/>
          <p:nvPr/>
        </p:nvSpPr>
        <p:spPr>
          <a:xfrm>
            <a:off x="6739128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슬립 방지 최소 $7/월부터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2944368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플랜 $25/월부터 (무제한 사용자)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4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246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Next.js 전용 최적화는 Vercel 대비 약함 (ISR/Edge Functions 등)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경우 : 플랫폼 하나로 운영을 단순화하고 싶을 때 · Next.js 최적화보다 통합 관리가 우선일 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92608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Neon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Supabase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단독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 많은 초기 비용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(정액 $25)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낮음~중간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292608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최적화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Auth/Storage 등 부가기능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구현 필요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제공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지원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840480"/>
            <a:ext cx="292608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4048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브랜칭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611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플랫폼 수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4747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2곳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9611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1곳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추천안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Neon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0" y="82296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0" y="822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(초기엔 Vercel Hobby로 시작 → 수익화·트래픽 증가 시 Pro 전환)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848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NextAuth로 인증을 자체 구현 — Supabase의 Auth·Storage 번들이 필요 없음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7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초기는 트래픽이 적어 유휴 시간이 많음 — Neon의 scale-to-zero가 비용에 유리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906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프로젝트가 Next.js 기반이라 Vercel의 ISR·Edge 최적화를 그대로 활용 가능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935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무료·비상업 운영이라 Vercel Hobby로 비용 없이 바로 시작 가능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재검토 : 트래픽이 꾸준해지면 Supabase Pro 정액제 / Neon Scale($0.222/CU-hr, SLA 포함)을 다시 비교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예산·도메인 여부 확정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계정 생성 및 연결 테스트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프로젝트 연동 및 배포 리허설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ScoreCaddie 배포 방안 검토</dc:title>
  <dc:subject>PptxGenJS Presentation</dc:subject>
  <dc:creator>ScoreCaddie PM</dc:creator>
  <cp:lastModifiedBy>ScoreCaddie PM</cp:lastModifiedBy>
  <cp:revision>1</cp:revision>
  <dcterms:created xsi:type="dcterms:W3CDTF">2026-07-27T04:18:56Z</dcterms:created>
  <dcterms:modified xsi:type="dcterms:W3CDTF">2026-07-27T04:18:56Z</dcterms:modified>
</cp:coreProperties>
</file>