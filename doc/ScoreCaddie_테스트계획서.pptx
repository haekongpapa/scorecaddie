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 ·  QUALITY ASSURANCE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계획서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단위 테스트 + Playwright E2E 테스트 — 진행 방식 및 결과 관리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기반  ·  2026-07-28  ·  ScoreCaddie PM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16733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207568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Vitest와 Playwright의 역할 분담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5694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진행 방식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971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대상 · 위치 · 실행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5570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4655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진행 방식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38679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대상 · 환경 요구사항 · 로그인 우회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45312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361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4764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가능한 것과 Supabase 이후 가능한 것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56601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문서로 결과를 계속 추적하는 방법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성격이 다른 두 계층을 각각 다른 도구로 검증합니다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05740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 안의 순수 함수 · 계산 로직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05740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입력→출력 규칙이 코드 변경에도 깨지지 않는지 확인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5740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브라우저 불필요, 지금 바로 착수 가능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05740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수백 개 테스트도 수 초 내 완료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96596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31520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1520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테스트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81812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화면 흐름(로그인 → 등록 → 저장)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81812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겪는 전체 경로가 실제로 동작하는지 확인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2940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1812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 + DB(Supabase) 필요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81812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느리지만 화면 간 연동까지 검증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01 테스트 전략 개요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규칙 그대로 적용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93392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대상 파일 옆에 co-locate (예: lib/utils/geo.ts → lib/utils/geo.test.ts)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01752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175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우선순위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85292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prisma·외부 API에 의존하지 않는 순수 함수부터 착수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041648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0416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3877056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package.json에 "test": "vitest run" 스크립트 추가, npm run test로 실행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065776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0657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착수 가능 여부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0" y="4901184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연결 불필요 — 이 항목은 Supabase를 기다릴 필요 없이 바로 시작 가능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우선 대상 함수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lib/ 함수 기준 — 위쪽일수록 먼저 착수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206240"/>
        </p:xfrm>
        <a:graphic>
          <a:graphicData uri="http://schemas.openxmlformats.org/drawingml/2006/table">
            <a:tbl>
              <a:tblPr/>
              <a:tblGrid>
                <a:gridCol w="5120640"/>
                <a:gridCol w="3291840"/>
                <a:gridCol w="2651760"/>
              </a:tblGrid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대상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함수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의존성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lib/services/csv.ts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parseCsv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 (최우선)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lib/utils/geo.ts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lib/weather/kma.ts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lib/utils/round-format.ts / course-format.ts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포맷 함수 전체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lib/services/round-duplicate.ts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lib/services/golf-course-upload.ts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lib/geocoding/kakao.ts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geocodeAddress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lib/services/golf-course-sync.ts / golf-course-geocode.ts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runGolfCourseSync / runGeocodingBatch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prisma+fetch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"의존성 없음" 항목은 순수 함수라 곧바로 테스트 작성이 가능합니다. mock이 필요한 항목은 Vitest의 vi.mock으로 prisma/fetch를 대체합니다.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브라우저로 화면 흐름을 끝까지 검증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20240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2880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e2e/ 폴더에 시나리오별 *.spec.ts 로 모음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944368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443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 요구사항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2852928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DB 연결 완료(2026-07-28) — 이제 착수 가능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968496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6849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우회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08960" y="3877056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Google/Kakao 실제 OAuth 화면은 자동화 어려움 → 테스트 전용 로그인 경로 또는 세션 쿠키 주입 방식 검토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992624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992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격리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108960" y="4901184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DB 오염 방지를 위해 테스트 전용 Supabase 프로젝트/스키마 분리 권장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우선 시나리오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사용자 플로우 기준 — 화면 번호는 기획 문서 기준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전용 로그인 경로 필요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 조회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검색/필터 동작 확인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 (7-1→7-2)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핵심 사용자 플로우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상세 · 삭제 (9번)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소유 검증 포함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17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루프·Par 관리 (12번)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전반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32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CSV 업로드 (13번)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성공 처리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417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공공데이터 동기화 (11번)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417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API 응답은 별도 목 서버 권장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6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1" name="Text 39"/>
          <p:cNvSpPr/>
          <p:nvPr/>
        </p:nvSpPr>
        <p:spPr>
          <a:xfrm>
            <a:off x="6446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32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지오코딩 실행 (11번)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132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카카오 API도 목 처리 권장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114800" cy="4114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Vitest는 지금, Playwright는 Supabase 연결 이후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셋업 + 우선 함수 테스트 작성 — 완료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38개 테스트(7개 파일) 전부 통과, 2026-07-28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29260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 DB 연결 — 완료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337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생성 + 마이그레이션 8건 + 로컬 데이터 이전까지 완료, 2026-07-28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08760" y="40233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셋업 + 테스트 전용 로그인 경로 마련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4434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 착수 가능 — OAuth 우회 방식 확정 필요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166360"/>
            <a:ext cx="594360" cy="594360"/>
          </a:xfrm>
          <a:prstGeom prst="ellipse">
            <a:avLst/>
          </a:prstGeom>
          <a:solidFill>
            <a:srgbClr val="0B5C6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66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51206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사용자 플로우 e2e 작성 · 실행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5532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2-Step부터 우선 작성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04 진행 로드맵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문서를 계속 갱신하며 진행 상황을 추적합니다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2F7F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01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사용 방법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슬라이드의 표는 테스트가 실제로 작성·실행될 때마다 상태(예정 → 통과/실패)와 최근 실행일을 갱신합니다. 이 PPT를 만든 생성 스크립트(doc/scripts/generate_test_plan.js)를 보관해두었으니, 다음 세션에서 결과만 바꿔 다시 생성하면 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5C727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4028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5C63"/>
          </a:solidFill>
          <a:ln/>
        </p:spPr>
      </p:sp>
      <p:sp>
        <p:nvSpPr>
          <p:cNvPr id="10" name="Text 8"/>
          <p:cNvSpPr/>
          <p:nvPr/>
        </p:nvSpPr>
        <p:spPr>
          <a:xfrm>
            <a:off x="224028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작성완료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3192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8457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2356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2356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표기 기준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Vitest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실행 결과를 여기에 누적 기록합니다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대상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lib/services/csv.test.ts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parseCsv / findColumnIndex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케이스(따옴표·콤마·BOM 등)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lib/utils/geo.test.ts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케이스(범위 이상치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lib/weather/kma.test.ts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케이스(경계값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lib/utils/round-format.test.ts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날짜·시간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lib/utils/course-format.test.ts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주소·구분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lib/services/round-duplicate.test.ts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2개 케이스(vi.mock으로 prisma 직접 대체)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lib/services/golf-course-upload.test.ts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케이스(vitest-mock-extended mockDeep 사용)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Playwright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시나리오 실행 결과를 여기에 누적 기록합니다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시나리오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로그인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e2e/login.spec.ts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재홍님 로컬 npm run test:e2e로 확인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목록 조회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e2e/courses.spec.ts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재홍님 로컬 npm run test:e2e로 확인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등록 2-Step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e2e/rounds-new.spec.ts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셀렉터 버그 2건 수정 후 통과(비고 참고)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상세·삭제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e2e/rounds-delete.spec.ts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재홍님 로컬 npm run test:e2e로 확인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루프·Par 관리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e2e/admin-loop-par.spec.ts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role 세팅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CSV 업로드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e2e/admin-upload.spec.ts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role 세팅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공공데이터 동기화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e2e/admin-sync.spec.ts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외부 API 목 서버 권장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지오코딩 실행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e2e/admin-geocode.spec.ts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카카오 API 목 처리 권장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버그 수정 이력 — Playwright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시나리오 1~4 로컬 실행 중 발견 · 수정된 항목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20624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3383280"/>
                <a:gridCol w="3017520"/>
              </a:tblGrid>
              <a:tr h="1402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버그</a:t>
                      </a:r>
                      <a:endParaRPr lang="en-US" sz="12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발견 파일</a:t>
                      </a:r>
                      <a:endParaRPr lang="en-US" sz="12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원인</a:t>
                      </a:r>
                      <a:endParaRPr lang="en-US" sz="12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수정</a:t>
                      </a:r>
                      <a:endParaRPr lang="en-US" sz="12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"골프장" 선택 시 30초 타임아웃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src/components/RoundStep1.tsx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(e2e/rounds-new.spec.ts)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select와 label이 htmlFor/id로 연결돼 있지 않아 getByLabel("골프장")이 요소를 찾지 못함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id="round-course"로 label-select 명시적 연결 (접근성 개선 겸함)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/rounds 목록 확인 단계 실패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(strict violation → hidden)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e2e/rounds-new.spec.ts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getByText(course.name)이 필터용 &lt;select&gt;&lt;option&gt;(hidden)까지 함께 매칭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실제 라운드 카드 링크(RoundListItem)로 좁힘: getByRole("link", { name })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두 건 모두 앱 동작 자체의 결함이 아니라 (1) 접근성 마크업 누락, (2) 테스트 셀렉터의 범위가 지나치게 넓었던 문제였습니다. 수정 후 재실행하여 시나리오 1~4 전부 통과를 확인했습니다.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2026-07-29T01:52:49Z</dcterms:created>
  <dcterms:modified xsi:type="dcterms:W3CDTF">2026-07-29T01:52:49Z</dcterms:modified>
</cp:coreProperties>
</file>