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078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icon_golf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" y="10844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개인 골프 스코어 관리 서비스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7724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· 설계 진행 보고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5806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2026. 07. 15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0" y="5806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진행 요약 · 기획/설계 스냅샷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개인(또는 소규모 그룹)의 골프 라운드 스코어를 골프장·일자·홀 단위로 기록하고 조회하는 웹 서비스. 회원가입은 불특정 다수를 대상으로 개방형으로 설계하며, 이메일/비밀번호와 구글·카카오 소셜 로그인을 함께 지원한다.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7947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3913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37947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926080" y="3913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26080" y="4663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설계된 화면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37947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212080" y="3913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212080" y="4663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테이블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657600" cy="3749040"/>
          </a:xfrm>
          <a:prstGeom prst="roundRect">
            <a:avLst>
              <a:gd name="adj" fmla="val 3000"/>
            </a:avLst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83880" y="178308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icon_golf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962" y="1985162"/>
            <a:ext cx="373075" cy="37307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3816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기반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풀스택 웹 서비스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138160" y="3703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Tailwind · Prisma · PostgreSQL · NextAuth 조합으로 MVP를 빠르게 구축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13816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스택 → 다음 슬라이드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확정된 5가지 핵심 기능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6112" y="2039112"/>
            <a:ext cx="640080" cy="64008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220553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회원관리 및 로그인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1363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이메일/비밀번호 + 구글·카카오 소셜 로그인 (NextAuth)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25696" y="178308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681728" y="2039112"/>
            <a:ext cx="640080" cy="64008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icon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149" y="220553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리스트 관리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81728" y="31363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공공데이터포털 골프장 인허가 데이터 연동, 관리자 보정 가능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8467344" y="2039112"/>
            <a:ext cx="640080" cy="64008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icon_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765" y="220553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정보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67344" y="31363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기상청 단기예보 API로 라운드 관련 날씨 표시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E9F0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896112" y="4096512"/>
            <a:ext cx="640080" cy="64008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icon_ed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533" y="426293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등록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6112" y="51937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골프장·일자·홀별 타수 입력, 홀별 메모 기능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25696" y="3840480"/>
            <a:ext cx="3529584" cy="1828800"/>
          </a:xfrm>
          <a:prstGeom prst="roundRect">
            <a:avLst>
              <a:gd name="adj" fmla="val 5000"/>
            </a:avLst>
          </a:prstGeom>
          <a:solidFill>
            <a:srgbClr val="E9F0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4681728" y="4096512"/>
            <a:ext cx="640080" cy="64008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icon_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8149" y="4262933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81728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조회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81728" y="51937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일자별 조회, 회원별 조회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단계 제안 스택 (확정 완료)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24281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 스택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프론트엔드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(React) + TypeScript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SSR/SEO, 풀스택 구성 용이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스타일링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빠른 UI 개발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백엔드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API Routes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별도 서버 없이 통합 운영 (MVP 적합)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Prisma 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관계형 데이터에 적합, 타입 안전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NextAuth.js (Auth.js)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이메일/소셜 로그인 손쉽게 구현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날씨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기상청 단기예보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국내 서비스 적합, 좌표 기반 조회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+ Supabase/Neon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단계 무료/저비용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정책 결정사항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2026-07-14 확정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2002536"/>
            <a:ext cx="548640" cy="54864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2145182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110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범위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2768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불특정 다수 대상 서비스형. 회원가입 개방형으로 설계.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953512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14400" y="3172968"/>
            <a:ext cx="548640" cy="54864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331561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0815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방식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447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이메일/비밀번호 + 소셜 로그인(구글/카카오) 병행, NextAuth.js로 통합 구현.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23944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44860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519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데이터 소스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공공데이터포털 "행정안전부_골프장" 인허가 데이터(전국 취합, 상호·주소·좌표 포함)를 초기 시드로 사용, 관리자 보정 가능하도록 설계.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294376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14400" y="5513832"/>
            <a:ext cx="548640" cy="54864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565647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4223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API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91640" y="57881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기상청 단기예보 API(공공데이터포털) — 국내 서비스에 적합, 좌표 기반 조회.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스키마 설계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핵심 테이블 구조 (docs/db-schema.md)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78992" y="20574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244144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정보, 인증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805672" y="196596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970264" y="20574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GolfCourse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70264" y="244144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정보, 좌표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60036" y="352044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4628" y="361188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4628" y="39959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라운드(방문) 기록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60036" y="507492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6FA1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4628" y="51663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4628" y="555040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홀별 타수 · 메모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3017520"/>
            <a:ext cx="3945636" cy="502920"/>
          </a:xfrm>
          <a:prstGeom prst="line">
            <a:avLst/>
          </a:prstGeom>
          <a:noFill/>
          <a:ln w="19050">
            <a:solidFill>
              <a:srgbClr val="B9CB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040112" y="3017520"/>
            <a:ext cx="0" cy="502920"/>
          </a:xfrm>
          <a:prstGeom prst="line">
            <a:avLst/>
          </a:prstGeom>
          <a:noFill/>
          <a:ln w="19050">
            <a:solidFill>
              <a:srgbClr val="B9CB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94476" y="4572000"/>
            <a:ext cx="0" cy="502920"/>
          </a:xfrm>
          <a:prstGeom prst="line">
            <a:avLst/>
          </a:prstGeom>
          <a:noFill/>
          <a:ln w="19050">
            <a:solidFill>
              <a:srgbClr val="B9CB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Round이 User·GolfCourse를 참조하고, HoleScore가 Round에 종속되는 1:N 관계 구조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설계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10개 화면 · 대시보드 허브형 구조 (docs/pages.md)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0" y="3017520"/>
            <a:ext cx="1463040" cy="146304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93776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0125" y="3411817"/>
            <a:ext cx="0" cy="0"/>
          </a:xfrm>
          <a:prstGeom prst="line">
            <a:avLst/>
          </a:prstGeom>
          <a:noFill/>
          <a:ln w="19050">
            <a:solidFill>
              <a:srgbClr val="B9CB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345556" y="3470163"/>
            <a:ext cx="2786417" cy="0"/>
          </a:xfrm>
          <a:prstGeom prst="line">
            <a:avLst/>
          </a:prstGeom>
          <a:noFill/>
          <a:ln w="19050">
            <a:solidFill>
              <a:srgbClr val="B9CB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72105" y="3951917"/>
            <a:ext cx="2721705" cy="950485"/>
          </a:xfrm>
          <a:prstGeom prst="line">
            <a:avLst/>
          </a:prstGeom>
          <a:noFill/>
          <a:ln w="19050">
            <a:solidFill>
              <a:srgbClr val="B9CB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981802" y="3999032"/>
            <a:ext cx="0" cy="873923"/>
          </a:xfrm>
          <a:prstGeom prst="line">
            <a:avLst/>
          </a:prstGeom>
          <a:noFill/>
          <a:ln w="19050">
            <a:solidFill>
              <a:srgbClr val="B9CB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97280" y="14630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34440" y="15910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· 상세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0" y="14630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189720" y="15910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등록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45720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89720" y="47000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조회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89720" y="5029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· 상세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7280" y="45720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34440" y="47000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 화면: 랜딩 · 로그인 · 회원가입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 진행 현황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892040"/>
          </a:xfrm>
          <a:prstGeom prst="roundRect">
            <a:avLst>
              <a:gd name="adj" fmla="val 2243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17885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331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요구사항 수집 &amp; 초기 기획 문서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60120" y="29535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DB 스키마 설계 (docs/db-schema.md)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35753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화면(10개) 설계 (docs/pages.md)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419709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구현 1단계: 프로젝트 구조 + 인증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" y="48188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구현 2단계-a: 골프장 공공데이터 연동(백엔드)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5440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Prisma 런타임 버그 수정 및 네트워크 검증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99632" y="1371600"/>
            <a:ext cx="5349240" cy="4892040"/>
          </a:xfrm>
          <a:prstGeom prst="roundRect">
            <a:avLst>
              <a:gd name="adj" fmla="val 2243"/>
            </a:avLst>
          </a:prstGeom>
          <a:solidFill>
            <a:srgbClr val="1F4D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icon_hourg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598" y="1788566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59752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예정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19672" y="2331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골프장 목록/상세 화면(UI) 구현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19672" y="29535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좌표 결측 지오코딩 배치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19672" y="35753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스코어 등록/조회 기능 구현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19672" y="419709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날씨 연동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19672" y="48188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테스트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19672" y="5440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배포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이슈 및 해결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E9F0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594360" cy="594360"/>
          </a:xfrm>
          <a:prstGeom prst="ellipse">
            <a:avLst/>
          </a:prstGeom>
          <a:solidFill>
            <a:srgbClr val="D99A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_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18918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런타임 초기화 버그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PrismaClient가 schema.prisma의 datasource.url이나 DATABASE_URL을 런타임에 자동으로 읽지 않아, 배포 시 즉시 크래시할 잠재적 심각 버그였음.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4892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@prisma/adapter-pg로 커넥션을 명시적으로 전달하도록 수정, 재검증 완료.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E9F0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92240" y="1737360"/>
            <a:ext cx="594360" cy="594360"/>
          </a:xfrm>
          <a:prstGeom prst="ellipse">
            <a:avLst/>
          </a:prstGeom>
          <a:solidFill>
            <a:srgbClr val="D99A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icon_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774" y="18918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좌표계 불일치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3200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좌표가 WGS84가 아닌 TM 중부원점(EPSG:5174)이며, 다수 레코드가 좌표값 결측.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92240" y="4892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proj4 기반 변환 유틸 작성 및 실측 검증. 결측 건은 needsGeocoding 플래그로 표시 후 추후 배치 처리.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875520" y="5029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icon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9490" y="716890"/>
            <a:ext cx="395021" cy="3950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D99A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8760" y="19751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목록/상세 화면(UI) 구현 → 좌표 결측 지오코딩 배치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880360"/>
            <a:ext cx="548640" cy="548640"/>
          </a:xfrm>
          <a:prstGeom prst="ellipse">
            <a:avLst/>
          </a:prstGeom>
          <a:solidFill>
            <a:srgbClr val="D99A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315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08760" y="29352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등록/조회 구현 → 날씨 연동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D99A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08760" y="38953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테스트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1520" y="4800600"/>
            <a:ext cx="548640" cy="548640"/>
          </a:xfrm>
          <a:prstGeom prst="ellipse">
            <a:avLst/>
          </a:prstGeom>
          <a:solidFill>
            <a:srgbClr val="D99A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3152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08760" y="48554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(Vercel + Supabase/Neon)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논의가 필요한 사항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D99A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3152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9933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입력 단위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83080" y="23774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홀별 타수 + 메모만인지, 퍼팅수/페어웨이 안착 등 상세 스탯 포함 여부 — 1차 MVP는 타수+메모만으로 제안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14400" y="3657600"/>
            <a:ext cx="640080" cy="640080"/>
          </a:xfrm>
          <a:prstGeom prst="ellipse">
            <a:avLst/>
          </a:prstGeom>
          <a:solidFill>
            <a:srgbClr val="D99A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38240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35021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배포/호스팅 예산 및 도메인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783080" y="388620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범위 및 도메인 확보 여부 확정 필요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2F6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914400" y="5166360"/>
            <a:ext cx="640080" cy="640080"/>
          </a:xfrm>
          <a:prstGeom prst="ellipse">
            <a:avLst/>
          </a:prstGeom>
          <a:solidFill>
            <a:srgbClr val="D99A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3327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501091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대응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783080" y="539496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웹으로 충분한지, 추후 네이티브 앱 전환을 고려할지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920240"/>
            <a:ext cx="1371600" cy="13716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icon_flagfin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227685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5661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4251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골프 스코어 관리 서비스 · 분석/설계 요약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760</Words>
  <Application>Microsoft Office PowerPoint</Application>
  <PresentationFormat>와이드스크린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위재홍</cp:lastModifiedBy>
  <cp:revision>2</cp:revision>
  <dcterms:created xsi:type="dcterms:W3CDTF">2026-07-15T00:50:00Z</dcterms:created>
  <dcterms:modified xsi:type="dcterms:W3CDTF">2026-07-15T00:54:56Z</dcterms:modified>
</cp:coreProperties>
</file>